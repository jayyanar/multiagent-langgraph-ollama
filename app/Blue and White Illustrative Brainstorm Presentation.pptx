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T Smalls" charset="1" panose="02000503020000020003"/>
      <p:regular r:id="rId7"/>
    </p:embeddedFont>
    <p:embeddedFont>
      <p:font typeface="TT Smalls Bold" charset="1" panose="020008030400000200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18703" y="387549"/>
            <a:ext cx="6337668" cy="3564938"/>
          </a:xfrm>
          <a:custGeom>
            <a:avLst/>
            <a:gdLst/>
            <a:ahLst/>
            <a:cxnLst/>
            <a:rect r="r" b="b" t="t" l="l"/>
            <a:pathLst>
              <a:path h="3564938" w="6337668">
                <a:moveTo>
                  <a:pt x="0" y="0"/>
                </a:moveTo>
                <a:lnTo>
                  <a:pt x="6337668" y="0"/>
                </a:lnTo>
                <a:lnTo>
                  <a:pt x="6337668" y="3564939"/>
                </a:lnTo>
                <a:lnTo>
                  <a:pt x="0" y="3564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8703" y="3549744"/>
            <a:ext cx="6694852" cy="5879297"/>
          </a:xfrm>
          <a:custGeom>
            <a:avLst/>
            <a:gdLst/>
            <a:ahLst/>
            <a:cxnLst/>
            <a:rect r="r" b="b" t="t" l="l"/>
            <a:pathLst>
              <a:path h="5879297" w="6694852">
                <a:moveTo>
                  <a:pt x="0" y="0"/>
                </a:moveTo>
                <a:lnTo>
                  <a:pt x="6694852" y="0"/>
                </a:lnTo>
                <a:lnTo>
                  <a:pt x="6694852" y="5879297"/>
                </a:lnTo>
                <a:lnTo>
                  <a:pt x="0" y="5879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77821" y="731659"/>
            <a:ext cx="4976201" cy="1105560"/>
            <a:chOff x="0" y="0"/>
            <a:chExt cx="2682866" cy="5960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82866" cy="596051"/>
            </a:xfrm>
            <a:custGeom>
              <a:avLst/>
              <a:gdLst/>
              <a:ahLst/>
              <a:cxnLst/>
              <a:rect r="r" b="b" t="t" l="l"/>
              <a:pathLst>
                <a:path h="596051" w="2682866">
                  <a:moveTo>
                    <a:pt x="2479666" y="0"/>
                  </a:moveTo>
                  <a:cubicBezTo>
                    <a:pt x="2591890" y="0"/>
                    <a:pt x="2682866" y="133430"/>
                    <a:pt x="2682866" y="298025"/>
                  </a:cubicBezTo>
                  <a:cubicBezTo>
                    <a:pt x="2682866" y="462620"/>
                    <a:pt x="2591890" y="596051"/>
                    <a:pt x="2479666" y="596051"/>
                  </a:cubicBezTo>
                  <a:lnTo>
                    <a:pt x="203200" y="596051"/>
                  </a:lnTo>
                  <a:cubicBezTo>
                    <a:pt x="90976" y="596051"/>
                    <a:pt x="0" y="462620"/>
                    <a:pt x="0" y="298025"/>
                  </a:cubicBezTo>
                  <a:cubicBezTo>
                    <a:pt x="0" y="1334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682866" cy="691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77821" y="808519"/>
            <a:ext cx="49762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Team Connect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Date: 17</a:t>
            </a:r>
            <a:r>
              <a:rPr lang="en-US" sz="3200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th</a:t>
            </a:r>
            <a:r>
              <a:rPr lang="en-US" sz="3200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 Nov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6236" y="7365357"/>
            <a:ext cx="5225322" cy="206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501" b="true">
                <a:solidFill>
                  <a:srgbClr val="0B1320"/>
                </a:solidFill>
                <a:latin typeface="TT Smalls Bold"/>
                <a:ea typeface="TT Smalls Bold"/>
                <a:cs typeface="TT Smalls Bold"/>
                <a:sym typeface="TT Smalls Bold"/>
              </a:rPr>
              <a:t>Team Feedback</a:t>
            </a:r>
          </a:p>
          <a:p>
            <a:pPr algn="l">
              <a:lnSpc>
                <a:spcPts val="4076"/>
              </a:lnSpc>
            </a:pPr>
            <a:r>
              <a:rPr lang="en-US" sz="2501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1)</a:t>
            </a:r>
          </a:p>
          <a:p>
            <a:pPr algn="l">
              <a:lnSpc>
                <a:spcPts val="4076"/>
              </a:lnSpc>
            </a:pPr>
            <a:r>
              <a:rPr lang="en-US" sz="2501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2)</a:t>
            </a:r>
          </a:p>
          <a:p>
            <a:pPr algn="l">
              <a:lnSpc>
                <a:spcPts val="4076"/>
              </a:lnSpc>
            </a:pPr>
            <a:r>
              <a:rPr lang="en-US" sz="2501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3)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1249" y="3272788"/>
            <a:ext cx="5225322" cy="206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501" b="true">
                <a:solidFill>
                  <a:srgbClr val="0B1320"/>
                </a:solidFill>
                <a:latin typeface="TT Smalls Bold"/>
                <a:ea typeface="TT Smalls Bold"/>
                <a:cs typeface="TT Smalls Bold"/>
                <a:sym typeface="TT Smalls Bold"/>
              </a:rPr>
              <a:t>Point of Discussion</a:t>
            </a:r>
          </a:p>
          <a:p>
            <a:pPr algn="l">
              <a:lnSpc>
                <a:spcPts val="4076"/>
              </a:lnSpc>
            </a:pPr>
            <a:r>
              <a:rPr lang="en-US" sz="2501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1) Work Schedules</a:t>
            </a:r>
          </a:p>
          <a:p>
            <a:pPr algn="l">
              <a:lnSpc>
                <a:spcPts val="4076"/>
              </a:lnSpc>
            </a:pPr>
            <a:r>
              <a:rPr lang="en-US" sz="2501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2) Leave Plan</a:t>
            </a:r>
          </a:p>
          <a:p>
            <a:pPr algn="l">
              <a:lnSpc>
                <a:spcPts val="4076"/>
              </a:lnSpc>
            </a:pPr>
            <a:r>
              <a:rPr lang="en-US" sz="2501">
                <a:solidFill>
                  <a:srgbClr val="0B1320"/>
                </a:solidFill>
                <a:latin typeface="TT Smalls"/>
                <a:ea typeface="TT Smalls"/>
                <a:cs typeface="TT Smalls"/>
                <a:sym typeface="TT Smalls"/>
              </a:rPr>
              <a:t>3) Training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DAG44aDSnJg</dc:identifier>
  <dcterms:modified xsi:type="dcterms:W3CDTF">2011-08-01T06:04:30Z</dcterms:modified>
  <cp:revision>1</cp:revision>
  <dc:title>Blue and White Illustrative Brainstorm Presentation</dc:title>
</cp:coreProperties>
</file>