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Nyutro Sans Heavy" charset="1" panose="00000000000000000000"/>
      <p:regular r:id="rId7"/>
    </p:embeddedFont>
    <p:embeddedFont>
      <p:font typeface="Nyutro Sans" charset="1" panose="00000000000000000000"/>
      <p:regular r:id="rId8"/>
    </p:embeddedFont>
    <p:embeddedFont>
      <p:font typeface="Nyutro Sans Bold" charset="1" panose="00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49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52475"/>
            <a:ext cx="5448300" cy="312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93"/>
              </a:lnSpc>
            </a:pPr>
            <a:r>
              <a:rPr lang="en-US" sz="8437" spc="-84" b="tru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Your Feedback</a:t>
            </a:r>
          </a:p>
          <a:p>
            <a:pPr algn="l" marL="0" indent="0" lvl="0">
              <a:lnSpc>
                <a:spcPts val="7593"/>
              </a:lnSpc>
              <a:spcBef>
                <a:spcPct val="0"/>
              </a:spcBef>
            </a:pPr>
            <a:r>
              <a:rPr lang="en-US" b="true" sz="8437" spc="-84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Matters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419850" y="666750"/>
            <a:ext cx="5448300" cy="5372100"/>
            <a:chOff x="0" y="0"/>
            <a:chExt cx="2046346" cy="2017725"/>
          </a:xfrm>
        </p:grpSpPr>
        <p:sp>
          <p:nvSpPr>
            <p:cNvPr name="Freeform 4" id="4"/>
            <p:cNvSpPr/>
            <p:nvPr/>
          </p:nvSpPr>
          <p:spPr>
            <a:xfrm flipH="false" flipV="false" rot="-126000">
              <a:off x="-29121" y="-30257"/>
              <a:ext cx="2104588" cy="2078241"/>
            </a:xfrm>
            <a:custGeom>
              <a:avLst/>
              <a:gdLst/>
              <a:ahLst/>
              <a:cxnLst/>
              <a:rect r="r" b="b" t="t" l="l"/>
              <a:pathLst>
                <a:path h="2078241" w="2104588">
                  <a:moveTo>
                    <a:pt x="2081826" y="222776"/>
                  </a:moveTo>
                  <a:lnTo>
                    <a:pt x="1975852" y="95194"/>
                  </a:lnTo>
                  <a:cubicBezTo>
                    <a:pt x="1958544" y="74357"/>
                    <a:pt x="1933178" y="61879"/>
                    <a:pt x="1906108" y="60887"/>
                  </a:cubicBezTo>
                  <a:lnTo>
                    <a:pt x="272419" y="992"/>
                  </a:lnTo>
                  <a:cubicBezTo>
                    <a:pt x="245349" y="0"/>
                    <a:pt x="219139" y="10586"/>
                    <a:pt x="200351" y="30100"/>
                  </a:cubicBezTo>
                  <a:lnTo>
                    <a:pt x="85314" y="149581"/>
                  </a:lnTo>
                  <a:cubicBezTo>
                    <a:pt x="69072" y="166450"/>
                    <a:pt x="59618" y="188714"/>
                    <a:pt x="58758" y="212116"/>
                  </a:cubicBezTo>
                  <a:lnTo>
                    <a:pt x="858" y="1791147"/>
                  </a:lnTo>
                  <a:cubicBezTo>
                    <a:pt x="0" y="1814551"/>
                    <a:pt x="7798" y="1837449"/>
                    <a:pt x="22762" y="1855465"/>
                  </a:cubicBezTo>
                  <a:lnTo>
                    <a:pt x="128736" y="1983045"/>
                  </a:lnTo>
                  <a:cubicBezTo>
                    <a:pt x="146044" y="2003882"/>
                    <a:pt x="171410" y="2016360"/>
                    <a:pt x="198480" y="2017352"/>
                  </a:cubicBezTo>
                  <a:lnTo>
                    <a:pt x="1832169" y="2077248"/>
                  </a:lnTo>
                  <a:cubicBezTo>
                    <a:pt x="1859238" y="2078241"/>
                    <a:pt x="1885449" y="2067655"/>
                    <a:pt x="1904236" y="2048141"/>
                  </a:cubicBezTo>
                  <a:lnTo>
                    <a:pt x="2019273" y="1928661"/>
                  </a:lnTo>
                  <a:cubicBezTo>
                    <a:pt x="2035517" y="1911790"/>
                    <a:pt x="2044972" y="1889524"/>
                    <a:pt x="2045829" y="1866120"/>
                  </a:cubicBezTo>
                  <a:lnTo>
                    <a:pt x="2103730" y="287093"/>
                  </a:lnTo>
                  <a:cubicBezTo>
                    <a:pt x="2104588" y="263689"/>
                    <a:pt x="2096790" y="240791"/>
                    <a:pt x="2081826" y="222776"/>
                  </a:cubicBezTo>
                  <a:close/>
                </a:path>
              </a:pathLst>
            </a:custGeom>
            <a:blipFill>
              <a:blip r:embed="rId2"/>
              <a:stretch>
                <a:fillRect l="-629" t="-46379" r="-14045" b="-822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419850" y="6934200"/>
            <a:ext cx="5448300" cy="1343943"/>
            <a:chOff x="0" y="0"/>
            <a:chExt cx="7264400" cy="179192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612742"/>
              <a:ext cx="7264400" cy="1179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Achieving our goals through </a:t>
              </a:r>
              <a:r>
                <a:rPr lang="en-US" b="true" sz="2499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team collaboration with Hard timeline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Success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6934200"/>
            <a:ext cx="5448300" cy="2658616"/>
            <a:chOff x="0" y="0"/>
            <a:chExt cx="7264400" cy="354482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612742"/>
              <a:ext cx="7264400" cy="2932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1)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2)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3)</a:t>
              </a:r>
            </a:p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4)</a:t>
              </a:r>
            </a:p>
            <a:p>
              <a:pPr algn="l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5)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72644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FFFFF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Challenges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18107" y="695637"/>
            <a:ext cx="5026735" cy="5406328"/>
            <a:chOff x="0" y="0"/>
            <a:chExt cx="2576171" cy="2770710"/>
          </a:xfrm>
        </p:grpSpPr>
        <p:sp>
          <p:nvSpPr>
            <p:cNvPr name="Freeform 12" id="12"/>
            <p:cNvSpPr/>
            <p:nvPr/>
          </p:nvSpPr>
          <p:spPr>
            <a:xfrm flipH="false" flipV="false" rot="132000">
              <a:off x="-49178" y="-31655"/>
              <a:ext cx="2674528" cy="2847750"/>
            </a:xfrm>
            <a:custGeom>
              <a:avLst/>
              <a:gdLst/>
              <a:ahLst/>
              <a:cxnLst/>
              <a:rect r="r" b="b" t="t" l="l"/>
              <a:pathLst>
                <a:path h="2847750" w="2674528">
                  <a:moveTo>
                    <a:pt x="2084137" y="1941"/>
                  </a:moveTo>
                  <a:lnTo>
                    <a:pt x="174488" y="75302"/>
                  </a:lnTo>
                  <a:cubicBezTo>
                    <a:pt x="76435" y="79069"/>
                    <a:pt x="0" y="161611"/>
                    <a:pt x="3767" y="259665"/>
                  </a:cubicBezTo>
                  <a:lnTo>
                    <a:pt x="96488" y="2673262"/>
                  </a:lnTo>
                  <a:cubicBezTo>
                    <a:pt x="100255" y="2771316"/>
                    <a:pt x="182797" y="2847750"/>
                    <a:pt x="280850" y="2843983"/>
                  </a:cubicBezTo>
                  <a:lnTo>
                    <a:pt x="2500040" y="2758731"/>
                  </a:lnTo>
                  <a:cubicBezTo>
                    <a:pt x="2598094" y="2754964"/>
                    <a:pt x="2674528" y="2672422"/>
                    <a:pt x="2670761" y="2574368"/>
                  </a:cubicBezTo>
                  <a:lnTo>
                    <a:pt x="2591334" y="506801"/>
                  </a:lnTo>
                  <a:cubicBezTo>
                    <a:pt x="2589656" y="463127"/>
                    <a:pt x="2571939" y="421604"/>
                    <a:pt x="2541571" y="390171"/>
                  </a:cubicBezTo>
                  <a:lnTo>
                    <a:pt x="2218729" y="56028"/>
                  </a:lnTo>
                  <a:cubicBezTo>
                    <a:pt x="2183603" y="19671"/>
                    <a:pt x="2134653" y="0"/>
                    <a:pt x="2084137" y="1941"/>
                  </a:cubicBezTo>
                  <a:close/>
                </a:path>
              </a:pathLst>
            </a:custGeom>
            <a:blipFill>
              <a:blip r:embed="rId3"/>
              <a:stretch>
                <a:fillRect l="-35212" t="-1909" r="-31000" b="-2204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DAG26CtG31Q</dc:identifier>
  <dcterms:modified xsi:type="dcterms:W3CDTF">2011-08-01T06:04:30Z</dcterms:modified>
  <cp:revision>1</cp:revision>
  <dc:title>Your Feedback Matters</dc:title>
</cp:coreProperties>
</file>